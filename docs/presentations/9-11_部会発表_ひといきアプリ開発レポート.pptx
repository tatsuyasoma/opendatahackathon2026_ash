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21792" cy="62179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90" y="926470"/>
            <a:ext cx="323332" cy="323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758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　アプリ開発レポート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9/11部会発表内容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熱中症見守りアプリ「ひといき」開発を通じて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3108960" cy="0"/>
          </a:xfrm>
          <a:prstGeom prst="line">
            <a:avLst/>
          </a:prstGeom>
          <a:noFill/>
          <a:ln w="12700">
            <a:solidFill>
              <a:srgbClr val="4550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発表者：</a:t>
            </a:r>
            <a:pPr indent="0" marL="0">
              <a:buNone/>
            </a:pPr>
            <a:r>
              <a:rPr lang="en-US" sz="1400" i="1" dirty="0">
                <a:solidFill>
                  <a:srgbClr val="8F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（氏名・所属を記載）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2026年9月11日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概要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「ひといき」アプリの概要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家族の現在地×気象データで、離れていても見守り合える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家族それぞれの現在位置と気象庁アメダスの観測データ（気温・湿度）から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熱中症の危険度を算出し、家族間で見守り合えるスマートフォンアプリ。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9776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4068166"/>
            <a:ext cx="221285" cy="22128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39593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家族全員をひとつのアプリで見守り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6" y="468995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45811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位置情報×気温・湿度で危険度を算出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0120" y="52212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5311750"/>
            <a:ext cx="221285" cy="22128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52029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水分補給・休憩をワンプッシュで促す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37960" y="2148840"/>
            <a:ext cx="1060704" cy="1234440"/>
          </a:xfrm>
          <a:prstGeom prst="roundRect">
            <a:avLst>
              <a:gd name="adj" fmla="val 8621"/>
            </a:avLst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28600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73952" y="27249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現在位置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7598664" y="25328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854696" y="2148840"/>
            <a:ext cx="1060704" cy="1234440"/>
          </a:xfrm>
          <a:prstGeom prst="roundRect">
            <a:avLst>
              <a:gd name="adj" fmla="val 8621"/>
            </a:avLst>
          </a:prstGeom>
          <a:solidFill>
            <a:srgbClr val="1E276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28600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90688" y="27249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アメダス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気温・湿度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8915400" y="25328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9171432" y="2148840"/>
            <a:ext cx="1060704" cy="1234440"/>
          </a:xfrm>
          <a:prstGeom prst="roundRect">
            <a:avLst>
              <a:gd name="adj" fmla="val 8621"/>
            </a:avLst>
          </a:prstGeom>
          <a:solidFill>
            <a:srgbClr val="F2994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28600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107424" y="27249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熱中症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危険度を算出</a:t>
            </a:r>
            <a:endParaRPr 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10232136" y="25328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10488168" y="2148840"/>
            <a:ext cx="1060704" cy="1234440"/>
          </a:xfrm>
          <a:prstGeom prst="roundRect">
            <a:avLst>
              <a:gd name="adj" fmla="val 8621"/>
            </a:avLst>
          </a:prstGeom>
          <a:solidFill>
            <a:srgbClr val="1E2761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6496" y="2286000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424160" y="27249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家族で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見守り合う</a:t>
            </a:r>
            <a:endParaRPr 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653796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危険度は水色→緑→黄色→橙→赤→紫の6段階で表示し、しきい値を超えると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他のメンバーにも通知が届く。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37960" y="470916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68122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2026 提出作品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6812280" y="5193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開発期間：約2週間　／　開発体制：チーム開発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812280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開発規模：約10,000行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環境・技術選定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環境・技術選定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67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39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TypeScript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型安全な開発で、実装ミスを早期に検知しながらスピーディに開発。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1168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19" y="21392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2039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フレームワーク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788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Native + Expo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Native：Android／iOS向けアプリを共通言語で開発するFW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Expo：React Native向けスマホアプリ開発ツールキット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759" y="213923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9720" y="2039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開発環境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788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VSCode + Claude Code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 Android Studio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Codeで作成したコードを、Android Studioより起動した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エミュレータ上で動作確認。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Codeで作成したコードを、Android Studioより起動したエミュレータ上で動作確認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開発の進め方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開発の進め方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16733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チーム内で機能要件を整理し、要件一覧をMarkdownファイルにて作成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0392" y="2112264"/>
            <a:ext cx="0" cy="237744"/>
          </a:xfrm>
          <a:prstGeom prst="line">
            <a:avLst/>
          </a:prstGeom>
          <a:noFill/>
          <a:ln w="19050">
            <a:solidFill>
              <a:srgbClr val="CBD3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3500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23317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ChatGPTにて画面イメージを生成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" y="2770632"/>
            <a:ext cx="0" cy="237744"/>
          </a:xfrm>
          <a:prstGeom prst="line">
            <a:avLst/>
          </a:prstGeom>
          <a:noFill/>
          <a:ln w="19050">
            <a:solidFill>
              <a:srgbClr val="CBD3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0083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29900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要件一覧と画面イメージをClaude Codeに渡し、各画面モックを作成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" y="3429000"/>
            <a:ext cx="0" cy="237744"/>
          </a:xfrm>
          <a:prstGeom prst="line">
            <a:avLst/>
          </a:prstGeom>
          <a:noFill/>
          <a:ln w="19050">
            <a:solidFill>
              <a:srgbClr val="CBD3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" y="36667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364845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各画面モックに対し、1つずつ機能を追加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0392" y="4087368"/>
            <a:ext cx="0" cy="237744"/>
          </a:xfrm>
          <a:prstGeom prst="line">
            <a:avLst/>
          </a:prstGeom>
          <a:noFill/>
          <a:ln w="19050">
            <a:solidFill>
              <a:srgbClr val="CBD3E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3251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430682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Studioで表示確認、要件一覧を修正し、④へ戻り再確認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0392" y="4745736"/>
            <a:ext cx="0" cy="237744"/>
          </a:xfrm>
          <a:prstGeom prst="line">
            <a:avLst/>
          </a:prstGeom>
          <a:noFill/>
          <a:ln w="19050">
            <a:solidFill>
              <a:srgbClr val="CBD3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4983480"/>
            <a:ext cx="420624" cy="42062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43584" y="49651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89320" y="160020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5F7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開発プロセス概念図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22860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要件一覧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（Markdown）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246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ChatGPT（生成AI）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18320" y="3246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Code（生成AI）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画面イメージ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（png）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18320" y="4114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1832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（TypeScript/JSON）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418320" y="4892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（エミュレータ）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78240" y="2834640"/>
            <a:ext cx="0" cy="201168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3035808"/>
            <a:ext cx="3108960" cy="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3035808"/>
            <a:ext cx="0" cy="210312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32720" y="3035808"/>
            <a:ext cx="0" cy="210312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223760" y="3749040"/>
            <a:ext cx="0" cy="36576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7498080" y="3931920"/>
            <a:ext cx="0" cy="18288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3931920"/>
            <a:ext cx="2322576" cy="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20656" y="3749040"/>
            <a:ext cx="0" cy="18288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332720" y="3749040"/>
            <a:ext cx="0" cy="36576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32720" y="4617720"/>
            <a:ext cx="0" cy="274320"/>
          </a:xfrm>
          <a:prstGeom prst="line">
            <a:avLst/>
          </a:prstGeom>
          <a:noFill/>
          <a:ln w="19050">
            <a:solidFill>
              <a:srgbClr val="8B97C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1247120" y="5143500"/>
            <a:ext cx="118872" cy="0"/>
          </a:xfrm>
          <a:prstGeom prst="line">
            <a:avLst/>
          </a:prstGeom>
          <a:noFill/>
          <a:ln w="19050">
            <a:solidFill>
              <a:srgbClr val="F2994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11365992" y="2560320"/>
            <a:ext cx="0" cy="2583180"/>
          </a:xfrm>
          <a:prstGeom prst="line">
            <a:avLst/>
          </a:prstGeom>
          <a:noFill/>
          <a:ln w="19050">
            <a:solidFill>
              <a:srgbClr val="F2994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H="1">
            <a:off x="9966960" y="2560320"/>
            <a:ext cx="1399032" cy="0"/>
          </a:xfrm>
          <a:prstGeom prst="line">
            <a:avLst/>
          </a:prstGeom>
          <a:noFill/>
          <a:ln w="19050">
            <a:solidFill>
              <a:srgbClr val="F2994A"/>
            </a:solidFill>
            <a:prstDash val="dash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10799064" y="370560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よかった点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よかった点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8288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48256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253996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01168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未経験の言語・FWから、2週間足らずでデモアプリを完成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7889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言語・フレームワークのいずれも未経験の状態からのスタートだった。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10881360" cy="2103120"/>
          </a:xfrm>
          <a:prstGeom prst="roundRect">
            <a:avLst>
              <a:gd name="adj" fmla="val 608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4206240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99" y="438111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160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示唆：仕様をしっかり理解できれば、誰でも即戦力になりうる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965960" y="480060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AIコーディングを活用することで、経験の有無に関わらず「何を作りたいか」を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正確に言語化・整理できるメンバーが、開発を前に進める力になる。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困った点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困った点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476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"動く"は確認できても、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"わかる"には至らなかった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短期間での開発／要件から一足飛びの実装／TypeScript未経験、という3つの要因が重なり、実装内容をチームで精査する時間を確保できなかった。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前述の「誰でも即戦力になれる」は裏を返せば、理解が伴わないまま進めても動くものができてしまう、ということでもある。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9476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気づけばトークンを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消費しきっていた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8892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機能追加そのものはさほど消費しないが、コンテキストが肥大化する作業（大きなデータ／ログをそのまま読み込む、長時間チャットを続ける等）で急増する。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要点を絞った指示や、不要な情報を読み込ませないプロンプト設計により、消費は十分に抑制できる。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1440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用語メモ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486460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コンテキスト：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AIが一度に参照できる情報の「器・上限」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トークン：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その中に入っている情報の「量」の単位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提案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新人研修としての社内ハッカソン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933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実施イメージ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2816352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26700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SIS事業本部の配属メンバーを少人数のチーム（各3〜5名）に分けて開発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3730752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35844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期間は1か月程度／中間・本番の2回発表でコンテスト形式、週1で進捗報告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" y="4645152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34440" y="44988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有用なプロダクトは、今後の本実装を検討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48640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1560" y="5513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備考：ゼロからでは難しい場合、初心者向けハッカソンの公募から選ぶのも一案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（例：CraftStadium 初心者向けハッカソン一覧）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期待できるメリット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0604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40880" y="25511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自分たちで要件を考え、形にする成功体験ができる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918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40880" y="32369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本実装の可能性があれば、当事者意識を持って取り組める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9776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40880" y="39227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AIコーディング（バイブコーディング）に実践形式で慣れる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66344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6085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チーム対抗形式が、新人同士の横のつながりを作る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34924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40880" y="52943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進捗報告・発表資料の作成経験も積める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36192" y="621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まとめ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AI駆動開発で変わる、人間の役割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731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2860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Codeをはじめ、さまざまAIを触れることで、そのパワーと可能性を感じることができた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2004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731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3200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反面、AIがほぼやってくれるので、自己肯定感が下がることもしばしばあった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731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4114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今後人間にとって大事なのは、何を作りたいのかをぶれずにコントロールすること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299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5029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＝自分が作業者ではなく、AIをコントロールする「管理者」となる必要がある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参考リンク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603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7546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45059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ハッカソンに提出したプレゼンテーションの実演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9718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青柳さんのソロパート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4343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45377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11680" y="423367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デモ動画リンク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47548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TatsuyaSoma/OpenDataHackathon2026_ASH — /demo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詳細はリポジトリ内 README.md／demo フォルダを参照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都知事杯オープンデータハッカソン アプリ開発レポート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Shape 2"/>
          <p:cNvSpPr/>
          <p:nvPr/>
        </p:nvSpPr>
        <p:spPr>
          <a:xfrm>
            <a:off x="5693512" y="2331720"/>
            <a:ext cx="804672" cy="80467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253288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3375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ありがとうございました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熱中症見守りアプリ「ひといき」　都知事杯オープンデータハッカソン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2026-09-04T06:27:17Z</dcterms:created>
  <dcterms:modified xsi:type="dcterms:W3CDTF">2026-09-04T06:27:17Z</dcterms:modified>
</cp:coreProperties>
</file>