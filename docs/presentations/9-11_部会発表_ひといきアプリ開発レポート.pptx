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危険度は水色→緑→黄色→橙→赤→紫の6段階で表示し、しきい値を超えると他のメンバーにも通知が届く。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地図のヒートマップには、環境省が公開するWBGT（暑さ指数）のリアルタイムデータをIDW補間して表示。</a:t>
            </a:r>
            <a:endParaRPr lang="en-US" sz="1150" dirty="0"/>
          </a:p>
        </p:txBody>
      </p:sp>
      <p:sp>
        <p:nvSpPr>
          <p:cNvPr id="32" name="Shape 23"/>
          <p:cNvSpPr/>
          <p:nvPr/>
        </p:nvSpPr>
        <p:spPr>
          <a:xfrm>
            <a:off x="6537960" y="489204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376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812280" y="5669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開発規模：約10,000行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チーム内で機能要件を整理し、要件一覧をMarkdownファイルにて作成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要件一覧と画面イメージをClaude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Studioで表示確認、要件一覧を修正し、④へ戻り再確認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要件一覧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（Markdown）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ChatGPT（生成AI）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Code（生成AI）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画面イメージ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（TypeScript/JSON）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（エミュレータ）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778240" y="2834640"/>
            <a:ext cx="0" cy="201168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23760" y="3035808"/>
            <a:ext cx="31089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33272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V="1">
            <a:off x="7498080" y="3931920"/>
            <a:ext cx="0" cy="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98080" y="3931920"/>
            <a:ext cx="2322576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820656" y="3749040"/>
            <a:ext cx="0" cy="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H="1"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未経験の言語・FWから、2週間足らずでデモアプリを完成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60604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476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"動く"は確認できても、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"わかる"には至らなかった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短期間での開発／要件から一足飛びの実装／TypeScript未経験、という3つの要因が重なり、実装内容をチームで精査する時間を確保できなかった。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前述の「誰でも即戦力になれる」は裏を返せば、理解が伴わないまま進めても動くものができてしまう、ということでもある。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60604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476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気づけばトークンを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消費しきっていた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788920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機能追加そのものはさほど消費しないが、コンテキストが肥大化する作業（大きなデータ／ログをそのまま読み込む、長時間チャットを続ける等）で急増する。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要点を絞った指示や、不要な情報を読み込ませないプロンプト設計により、消費は十分に抑制できる。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38912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553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64608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SIS事業本部の配属メンバーを少人数のチーム（各3〜5名）に分けて開発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Codeをはじめ、さまざまAIを触れることで、そのパワーと可能性を感じることができた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反面、AIがほぼやってくれるので、自己肯定感が下がることもしばしばあった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ハッカソンに提出したプレゼンテーションの実演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5693512" y="2331720"/>
            <a:ext cx="804672" cy="80467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4680" y="2532888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33375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ありがとうございました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　都知事杯オープンデータハッカソン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2026-09-04T07:23:17Z</dcterms:created>
  <dcterms:modified xsi:type="dcterms:W3CDTF">2026-09-04T07:23:17Z</dcterms:modified>
</cp:coreProperties>
</file>