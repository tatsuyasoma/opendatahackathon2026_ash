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21792" cy="62179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926470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758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　アプリ開発レポート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9/11部会発表内容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熱中症見守りアプリ「ひといき」開発を通じて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2700">
            <a:solidFill>
              <a:srgbClr val="45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</a:t>
            </a:r>
            <a:pPr indent="0" marL="0">
              <a:buNone/>
            </a:pPr>
            <a:r>
              <a:rPr lang="en-US" sz="1400" i="1" dirty="0">
                <a:solidFill>
                  <a:srgbClr val="8F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（氏名・所属を記載）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2026年9月11日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概要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「ひといき」アプリの概要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家族の現在地×気象データで、離れていても見守り合える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家族それぞれの現在位置と気象庁アメダスの観測データ（気温・湿度）から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熱中症の危険度を算出し、家族間で見守り合えるスマートフォンアプリ。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97764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4068166"/>
            <a:ext cx="221285" cy="2212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9593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家族全員をひとつのアプリで見守り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60120" y="45994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6" y="468995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58114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位置情報×気温・湿度で危険度を算出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52212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46" y="5311750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52029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水分補給・休憩をワンプッシュで促す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37960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28600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73952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現在位置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7598664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54696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2860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90688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気温・湿度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8915400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71432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F2994A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2286000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107424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危険度を算出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10232136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10488168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6" y="228600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424160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家族で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見守り合う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53796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危険度は水色→緑→黄色→橙→赤→紫の6段階で表示し、しきい値を超えると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他のメンバーにも通知が届く。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6537960" y="4709160"/>
            <a:ext cx="502920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68122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2026 提出作品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681228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開発期間：約2週間　／　開発体制：チーム開発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812280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開発規模：約10,000行（TypeScript／86ファイル、src配下）</a:t>
            </a:r>
            <a:endParaRPr lang="en-US" sz="1200" dirty="0"/>
          </a:p>
        </p:txBody>
      </p:sp>
      <p:sp>
        <p:nvSpPr>
          <p:cNvPr id="36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環境・技術選定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環境・技術選定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679" y="2139239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型安全な開発で、実装ミスを早期に検知しながらスピーディに開発。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19" y="213923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フレームワーク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React Native + Expo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Native：Android／iOS向けアプリを共通言語で開発するFW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Expo：React Native向けスマホアプリ開発ツールキット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759" y="2139239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18972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VSCode + Claude Code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 Android Studio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エミュレータ上で動作確認。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Studioより起動したエミュレータ上で動作確認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開発の進め方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開発の進め方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6733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チーム内で機能要件を整理し、Specification.mdを作成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0392" y="2112264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40080" y="23500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3172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ChatGPTにて画面イメージを生成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392" y="2770632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30083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900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Specification.mdと画面イメージをClaude Codeに渡し、各画面モックを作成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0392" y="3429000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0080" y="36667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64845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各画面モックに対し、1つずつ機能を追加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50392" y="4087368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4306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Studioで表示確認、Specification.mdを修正しb〜cへ戻り再確認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0392" y="4745736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983480"/>
            <a:ext cx="420624" cy="420624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43584" y="496519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63640" y="1801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開発プロセス概念図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8600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（★入力）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ChatGPT（AI）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Code（AI）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AppImage.png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（入出力）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1832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Source（出力）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418320" y="4892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299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（Emulator）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778240" y="2834640"/>
            <a:ext cx="0" cy="201168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23760" y="3035808"/>
            <a:ext cx="31089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2376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33272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22376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498080" y="4114800"/>
            <a:ext cx="0" cy="-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98080" y="3931920"/>
            <a:ext cx="2322576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820656" y="3931920"/>
            <a:ext cx="0" cy="-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33272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332720" y="4617720"/>
            <a:ext cx="0" cy="27432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1247120" y="5143500"/>
            <a:ext cx="11887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11365992" y="2560320"/>
            <a:ext cx="0" cy="258318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9966960" y="2560320"/>
            <a:ext cx="139903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10799064" y="370560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よかった点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よかった点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48256"/>
            <a:ext cx="914400" cy="91440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253996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01168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未経験の言語・FWから、2週間足らずでアプリ完成に到達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78892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言語・フレームワークのいずれも未経験の状態からのスタートだった。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8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206240"/>
            <a:ext cx="777240" cy="7772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9" y="438111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41605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示唆：仕様をしっかり理解できれば、誰でも即戦力になりうる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8006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AIコーディングを活用することで、経験の有無に関わらず「何を作りたいか」を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正確に言語化・整理できるメンバーが、開発を前に進める力になる。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困った点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困った点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短期開発ゆえの精査不足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アメダス情報取得の際、スクレイピングのような実装に着手しかけていた。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現在は静的スナップショットデータを利用する方式に変更。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生成AIのトークンが溶けた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機能追加そのものは大きく消費しないが、コンテキストが肥大化する作業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（大きなデータ／ログをそのまま読込、長いチャットの継続）で急増する。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用語メモ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AIが一度に参照できる情報の「器・上限」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その中に入っている情報の「量」の単位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提案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新人研修としての社内ハッカソン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実施イメージ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60120" y="28163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670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SIS事業本部の配属メンバーを2〜3チーム（各3〜5名）に分けて開発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0120" y="37307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34440" y="35844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期間は1か月程度／中間・本番の2回発表でコンテスト形式、週1で進捗報告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0120" y="46451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34440" y="44988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有用なプロダクトは、今後の本実装を検討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5486400"/>
            <a:ext cx="48463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5156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備考：ゼロからでは難しい場合、初心者向けハッカソンの公募から選ぶのも一案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（例：CraftStadium 初心者向けハッカソン一覧）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期待できるメリット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0604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5511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自分たちで要件を考え、形にする成功体験ができる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40880" y="32369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本実装の可能性があれば、当事者意識を持って取り組める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9776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40880" y="39227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AIコーディング（バイブコーディング）に実践形式で慣れる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663440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46085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チーム対抗形式が、新人同士の横のつながりを作る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49240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40880" y="52943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進捗報告・発表資料の作成経験も積める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400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776143"/>
            <a:ext cx="294803" cy="294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6192" y="621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まとめ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AI駆動開発で変わる、人間の役割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2860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AI駆動の開発を体感できたことは、大変貴重な経験だった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3200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反面、AIがほぼやってくれるので「正直、僕はいらんなぁ…」と思う場面もしばしば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114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今後人間にとって大事なのは、何を作りたいのかをぶれずにコントロールすること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299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＝自分が作業者ではなく、AIをコントロールする「管理者」となる必要がある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例）実装してほしい動作をちゃんと実装してくれているか／良かれと思って余計な作業をさせていないか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参考リンク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546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2450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ハッカソン提出プレゼン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971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青柳さんのソロパート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3434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453771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011680" y="42336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デモ動画リンク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4754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TatsuyaSoma/OpenDataHackathon2026_ASH — /demo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詳細はリポジトリ内 README.md／demo フォルダを参照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2026-09-04T02:10:15Z</dcterms:created>
  <dcterms:modified xsi:type="dcterms:W3CDTF">2026-09-04T02:10:15Z</dcterms:modified>
</cp:coreProperties>
</file>